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46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5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4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2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1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4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80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34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62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05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88864-F357-4B72-9E0F-6BABEDE817BF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4E0CD-666E-4AED-A300-03FDC8F0C2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99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802909" y="3016125"/>
            <a:ext cx="2586182" cy="82575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4613775" y="3053664"/>
            <a:ext cx="2964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Please wait while the program </a:t>
            </a:r>
            <a:r>
              <a:rPr lang="en-GB" sz="2000" dirty="0" smtClean="0"/>
              <a:t>loads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8364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</dc:creator>
  <cp:lastModifiedBy>Michael</cp:lastModifiedBy>
  <cp:revision>3</cp:revision>
  <dcterms:created xsi:type="dcterms:W3CDTF">2026-06-25T05:43:45Z</dcterms:created>
  <dcterms:modified xsi:type="dcterms:W3CDTF">2026-06-25T06:00:52Z</dcterms:modified>
</cp:coreProperties>
</file>